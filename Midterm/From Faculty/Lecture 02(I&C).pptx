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embeddedFontLst>
    <p:embeddedFont>
      <p:font typeface="Gill Sans" panose="020B0604020202020204" charset="0"/>
      <p:regular r:id="rId30"/>
      <p:bold r:id="rId31"/>
    </p:embeddedFont>
    <p:embeddedFont>
      <p:font typeface="Open Sans" panose="020B0606030504020204" pitchFamily="34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j5b5Ea2XkvK3wTHX9MMz9kvdHI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40:50.3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267 88 24575,'0'7'0,"0"0"0,1-1 0,0 1 0,1 0 0,-1 0 0,1-1 0,1 1 0,-1-1 0,1 0 0,0 0 0,4 6 0,-6-9 0,1-1 0,0 0 0,-1 0 0,1 1 0,0-1 0,0-1 0,0 1 0,0 0 0,1 0 0,-1-1 0,0 1 0,1-1 0,-1 0 0,1 0 0,-1 0 0,1 0 0,0 0 0,-1 0 0,1-1 0,0 0 0,0 1 0,-1-1 0,1 0 0,0 0 0,0 0 0,-1-1 0,1 1 0,0-1 0,4-1 0,-4 1 0,0 0 0,-1-1 0,1 1 0,-1-1 0,0 0 0,1 1 0,-1-1 0,0 0 0,0 0 0,0-1 0,-1 1 0,1 0 0,0-1 0,-1 1 0,1-1 0,-1 1 0,0-1 0,0 0 0,0 0 0,0 1 0,-1-1 0,1 0 0,-1 0 0,1 0 0,-1 0 0,0 0 0,-1-5 0,1 3 0,0 1 0,0-1 0,-1 1 0,0-1 0,0 1 0,0-1 0,0 1 0,-1 0 0,0 0 0,0-1 0,0 1 0,0 0 0,0 1 0,-1-1 0,0 0 0,0 1 0,-3-4 0,0 3 0,1 1 0,0 0 0,-1 1 0,0-1 0,1 1 0,-1 0 0,0 0 0,0 1 0,0 0 0,-13-1 0,-5 1 0,-36 4 0,28-2 0,27 0 0,-1-1 0,0 1 0,1 0 0,-1 0 0,1 0 0,-1 1 0,1 0 0,0 0 0,-10 6 0,13-7 0,1 0 0,-1 0 0,1 0 0,-1 1 0,1-1 0,-1 1 0,1-1 0,0 1 0,0-1 0,0 1 0,0 0 0,0 0 0,0-1 0,0 1 0,0 0 0,1 0 0,-1 0 0,1 0 0,-1 0 0,1 0 0,0 0 0,0 0 0,0 0 0,0 0 0,0 0 0,0 0 0,1 0 0,-1 0 0,1 0 0,-1 0 0,2 2 0,-1-1 0,1-1 0,-1 0 0,1 1 0,0-1 0,-1 0 0,1 0 0,0 0 0,0 0 0,0 0 0,1-1 0,-1 1 0,0-1 0,1 1 0,-1-1 0,1 0 0,-1 0 0,1 0 0,0 0 0,-1 0 0,1-1 0,3 1 0,9 1 0,0 0 0,24 0 0,-33-2 0,6 0 0,-1 0 0,0 0 0,0-1 0,0-1 0,22-5 0,-31 6 0,0 1 0,0-1 0,0 0 0,0 0 0,0 0 0,0 0 0,-1 0 0,1 0 0,0-1 0,0 1 0,-1 0 0,1-1 0,-1 0 0,1 1 0,-1-1 0,0 0 0,0 0 0,1 1 0,-1-1 0,0 0 0,-1 0 0,1 0 0,0-1 0,-1 1 0,1 0 0,-1 0 0,0 0 0,1 0 0,-1 0 0,0-1 0,0 1 0,0 0 0,-1 0 0,1 0 0,-1 0 0,1 0 0,-1-1 0,-1-1 0,1 0 0,-1 0 0,0 0 0,0 0 0,-1 1 0,1-1 0,-1 1 0,0 0 0,0 0 0,0 0 0,0 0 0,0 0 0,-1 0 0,1 1 0,-1 0 0,0 0 0,1 0 0,-1 0 0,0 0 0,0 1 0,0 0 0,-1-1 0,1 2 0,-6-2 0,-13-1 0,0 1 0,0 1 0,-26 2 0,33-1 0,3 0 0,1 1 0,0 0 0,0 1 0,0 0 0,0 0 0,-17 7 0,27-8 0,0 0 0,0 0 0,0 0 0,0 0 0,0 0 0,1 1 0,-1-1 0,0 1 0,1-1 0,-1 1 0,1-1 0,-1 1 0,1 0 0,0 0 0,0 0 0,0 0 0,-2 3 0,3-2 0,-1-1 0,1 1 0,0 0 0,0 0 0,0-1 0,1 1 0,-1 0 0,1 0 0,-1-1 0,1 1 0,0 0 0,0-1 0,0 1 0,0-1 0,0 1 0,1-1 0,3 4 0,-3-2 0,1 0 0,1-1 0,-1 1 0,0-1 0,1 0 0,0 0 0,-1 0 0,1-1 0,0 1 0,1-1 0,-1 0 0,0 0 0,1 0 0,-1-1 0,1 0 0,-1 1 0,8-1 0,8 2 0,0-2 0,38-2 0,-35 0 0,-14 1 0,-1-1 0,1 0 0,0-1 0,0 1 0,-1-2 0,1 1 0,-1-1 0,1 0 0,-1-1 0,11-7 0,6-1-21,-19 10-128,-1-1-1,-1 1 1,1-1 0,0 0-1,0 0 1,-1 0 0,0 0-1,6-7 1,0-4-6677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40:50.7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170 0 24575,'-5'0'0,"-5"0"0,-12 0 0,-1 5 0,-2 6 0,4 5 0,0 6 0,4 3 0,5 3 0,4 0 0,4 1 0,2-1 0,2 1 0,1 0 0,4-1 0,7-5 0,2-6-8191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40:59.9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56 24575,'-1'27'0,"1"-11"0,0 1 0,0-1 0,2 1 0,5 28 0,-5-40 0,-1-1 0,1 1 0,-1-1 0,1 0 0,1 0 0,-1 0 0,0 0 0,1-1 0,0 1 0,0-1 0,0 1 0,0-1 0,1 0 0,-1 0 0,1 0 0,0-1 0,0 1 0,0-1 0,0 0 0,0 0 0,0 0 0,6 1 0,15 2 0,0-1 0,0-1 0,1-1 0,-1-1 0,44-4 0,-17 1 0,-38 1 0,-1 1 0,0-2 0,0 0 0,0 0 0,0-1 0,0-1 0,-1 0 0,23-11 0,-32 13 0,0-1 0,0 0 0,0-1 0,-1 1 0,1 0 0,-1-1 0,0 1 0,0-1 0,0 0 0,0 0 0,-1 0 0,0 0 0,1 0 0,-2 0 0,1 0 0,0 0 0,-1 0 0,0-5 0,1-10 0,-1 0 0,-4-29 0,3 44 0,0 0 0,0 1 0,0-1 0,-1 1 0,1-1 0,-1 1 0,0 0 0,0-1 0,0 1 0,-1 0 0,1 0 0,-1 1 0,1-1 0,-1 0 0,0 1 0,0 0 0,0 0 0,-1 0 0,1 0 0,0 0 0,-1 0 0,1 1 0,-1 0 0,-5-2 0,-7-2 0,-1 1 0,0 1 0,0 1 0,-19-1 0,33 2 0,0 1 0,-1 0 0,1 0 0,-1 0 0,1 0 0,-1 1 0,1-1 0,0 1 0,-1 0 0,1 0 0,0 0 0,0 0 0,0 1 0,0-1 0,0 1 0,0 0 0,-4 3 0,5-2 0,-1 0 0,1 0 0,0 1 0,0-1 0,0 1 0,0-1 0,1 1 0,-1 0 0,1-1 0,0 1 0,0 0 0,1 0 0,-1 0 0,1 8 0,-1-5 0,1 1 0,0 0 0,0-1 0,1 1 0,0-1 0,1 1 0,0-1 0,0 1 0,0-1 0,5 10 0,-5-14 0,0 1 0,1 0 0,-1-1 0,1 0 0,-1 0 0,1 0 0,0 0 0,0 0 0,1 0 0,-1-1 0,0 0 0,1 1 0,0-1 0,-1-1 0,1 1 0,0 0 0,0-1 0,0 0 0,0 0 0,6 1 0,187 17 0,-150-16 0,-38-3 0,53 5 0,121-6 0,-181 1 0,1 0 0,0-1 0,-1 1 0,1-1 0,-1 0 0,1 0 0,-1 0 0,1 0 0,-1 0 0,0 0 0,1-1 0,-1 1 0,0-1 0,0 0 0,0 0 0,0 0 0,0 0 0,-1 0 0,1 0 0,-1 0 0,1 0 0,-1 0 0,0-1 0,1 1 0,-1-1 0,-1 1 0,1-1 0,0 1 0,-1-1 0,1 0 0,-1 1 0,0-1 0,1 0 0,-1 1 0,-1-1 0,1-3 0,-1 0 0,1 0 0,-1-1 0,-1 1 0,1 0 0,-1 0 0,0 0 0,0 0 0,-1 1 0,1-1 0,-1 1 0,-1-1 0,1 1 0,-1 0 0,-7-8 0,2 6 0,0 0 0,-1 1 0,1 0 0,-1 1 0,0 0 0,-18-6 0,21 9 0,1 0 0,-1 0 0,1 0 0,-1 1 0,1 0 0,-1 1 0,0-1 0,1 1 0,-1 1 0,0-1 0,1 1 0,-10 2 0,-1 7-1365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41:3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27 191 24575,'-1'0'0,"-1"0"0,1-1 0,0 0 0,-1 1 0,1-1 0,0 0 0,0 1 0,0-1 0,0 0 0,0 0 0,0 0 0,0 0 0,0 0 0,0 0 0,0 0 0,0 0 0,1-1 0,-1 1 0,0 0 0,1 0 0,-1-1 0,1 1 0,0 0 0,-1-1 0,1 1 0,0-1 0,0 1 0,0 0 0,0-3 0,-1-2 0,1 0 0,-1-1 0,1 1 0,1 0 0,1-9 0,-1 12 0,0-1 0,1 1 0,-1 0 0,1 0 0,0 0 0,0 0 0,0 0 0,0 0 0,1 0 0,-1 1 0,1-1 0,0 1 0,-1 0 0,1 0 0,0 0 0,4-2 0,-5 3 0,-1 0 0,1 0 0,-1 1 0,1-1 0,-1 1 0,1-1 0,-1 1 0,1 0 0,0 0 0,-1-1 0,1 1 0,-1 0 0,1 0 0,0 1 0,-1-1 0,1 0 0,-1 0 0,1 1 0,0-1 0,-1 1 0,1 0 0,-1-1 0,0 1 0,1 0 0,-1 0 0,0 0 0,1 0 0,-1 0 0,0 0 0,0 0 0,0 0 0,0 0 0,0 1 0,0-1 0,0 0 0,0 1 0,1 2 0,3 5 0,-1 0 0,0 1 0,-1-1 0,1 1 0,-2 0 0,3 18 0,-4-25 0,-1 0 0,0-1 0,0 1 0,0 0 0,0-1 0,-1 1 0,1 0 0,-1-1 0,1 1 0,-1-1 0,0 1 0,0-1 0,0 1 0,0-1 0,-1 0 0,1 1 0,-1-1 0,1 0 0,-1 0 0,0 0 0,0 0 0,0 0 0,0-1 0,0 1 0,0 0 0,0-1 0,0 0 0,-1 1 0,1-1 0,-6 1 0,6-1 0,0 0 0,0 0 0,0-1 0,0 0 0,0 1 0,0-1 0,-1 0 0,1 0 0,0 0 0,0 0 0,0 0 0,0-1 0,-1 1 0,1-1 0,0 1 0,0-1 0,0 0 0,0 0 0,0 0 0,-3-2 0,2 1 0,0-1 0,1 1 0,-1-1 0,1 1 0,0-1 0,0 0 0,0 0 0,0 0 0,0-1 0,0 1 0,-1-7 0,1 5 0,0-1 0,1 1 0,-1-1 0,1 0 0,1 0 0,-1 1 0,1-1 0,0 0 0,0 0 0,1 0 0,0 0 0,0 1 0,0-1 0,1 0 0,3-9 0,0 9 0,0-1 0,1 1 0,0 0 0,0 0 0,0 1 0,0-1 0,1 1 0,0 1 0,0 0 0,0 0 0,1 0 0,-1 0 0,16-3 0,-13 4 0,-1 0 0,1 1 0,-1 0 0,1 0 0,0 1 0,0 1 0,0-1 0,0 2 0,0-1 0,0 2 0,13 2 0,-20-3 0,0 1 0,1-1 0,-1 1 0,0 0 0,0 0 0,0 0 0,0 0 0,0 0 0,0 1 0,-1-1 0,1 1 0,-1 0 0,0 0 0,0 0 0,0 0 0,0 0 0,0 0 0,-1 1 0,2 4 0,2 7 0,-1 1 0,0-1 0,1 21 0,-1-6 0,-2-20 0,-1 0 0,-1 0 0,0-1 0,0 1 0,-1 0 0,0 0 0,0 0 0,-1-1 0,-1 1 0,0-1 0,0 0 0,-1 1 0,0-1 0,-6 9 0,2-5 0,-1 0 0,0-1 0,-1 0 0,0 0 0,-1-1 0,0-1 0,-1 0 0,-18 12 0,23-17 0,-1-1 0,0 0 0,0-1 0,-15 5 0,21-7 0,0 0 0,0 0 0,-1-1 0,1 1 0,0-1 0,-1 1 0,1-1 0,-1 0 0,1 0 0,0 0 0,-1 0 0,1-1 0,0 1 0,-1-1 0,1 1 0,0-1 0,-1 0 0,1 0 0,0 0 0,0 0 0,-3-2 0,5 3 0,0-1 0,0 1 0,0 0 0,-1-1 0,1 1 0,0 0 0,0-1 0,0 1 0,0 0 0,0-1 0,0 1 0,0-1 0,1 1 0,-1 0 0,0-1 0,0 1 0,0 0 0,0-1 0,0 1 0,0 0 0,1-1 0,-1 1 0,0 0 0,0 0 0,0-1 0,1 1 0,-1 0 0,0 0 0,0-1 0,1 1 0,-1 0 0,0 0 0,1 0 0,-1-1 0,0 1 0,1 0 0,-1 0 0,0 0 0,1 0 0,-1 0 0,0 0 0,1 0 0,-1 0 0,0 0 0,1 0 0,0 0 0,18-5 0,-3 2 0,0 0 0,-1 2 0,1 0 0,0 0 0,0 2 0,0 0 0,-1 1 0,1 0 0,0 1 0,-1 1 0,23 8 0,-29-7 0,1-1 0,-1 1 0,1 0 0,-1 0 0,0 1 0,10 8 0,-16-11 0,-1 0 0,1 0 0,-1 0 0,0 0 0,0 1 0,0-1 0,0 0 0,-1 1 0,1-1 0,-1 1 0,0 0 0,0 0 0,0-1 0,0 1 0,-1 0 0,0 0 0,0 0 0,0 5 0,0-5 0,-1 1 0,0-1 0,0 1 0,0-1 0,-1 0 0,1 0 0,-1 1 0,0-1 0,0 0 0,0 0 0,-1-1 0,0 1 0,1 0 0,-1-1 0,0 1 0,-1-1 0,1 0 0,-1 0 0,1-1 0,-1 1 0,0-1 0,-6 4 0,0-2 0,0 1 0,0-1 0,0 0 0,-1-1 0,1-1 0,-1 1 0,0-2 0,-14 1 0,10 0-12,1 1 0,-1 0 0,0 1 0,1 1 0,0 0 0,0 0 0,0 2 0,1 0 0,-21 14 0,-14 6-1233,31-18-5581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41:35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109 241 24575,'-5'2'0,"0"1"0,1 0 0,-1 0 0,0 0 0,1 0 0,0 1 0,0 0 0,0 0 0,0 0 0,-5 7 0,2-3 0,1 1 0,0 0 0,0 0 0,1 1 0,0 0 0,1 0 0,0 0 0,-5 20 0,8-24 0,0 0 0,0 0 0,1 0 0,0 0 0,0 0 0,0 0 0,0 1 0,1-1 0,0 0 0,1 0 0,-1 0 0,1-1 0,0 1 0,1 0 0,-1-1 0,7 11 0,-5-10 0,0-1 0,1 1 0,0-1 0,-1 1 0,2-2 0,-1 1 0,0 0 0,1-1 0,0 0 0,0-1 0,0 1 0,1-1 0,-1 0 0,1 0 0,0-1 0,-1 0 0,1 0 0,0-1 0,0 0 0,0 0 0,0-1 0,1 1 0,-1-2 0,0 1 0,0-1 0,0 0 0,0 0 0,0-1 0,0 0 0,-1 0 0,13-6 0,-3 0 0,-1 0 0,1-1 0,-1-1 0,-1 0 0,0-1 0,0-1 0,-1 0 0,-1 0 0,14-19 0,-19 21 0,-1 1 0,0-1 0,0-1 0,-1 1 0,0-1 0,-1 0 0,-1 0 0,1 0 0,-2 0 0,0 0 0,0-1 0,-1 0 0,0 1 0,-1-1 0,0 1 0,-1-1 0,0 1 0,-4-15 0,1 12 0,-1-1 0,0 1 0,-1 0 0,0 1 0,-2 0 0,1 0 0,-1 0 0,-1 1 0,0 0 0,-1 1 0,0 0 0,-1 0 0,0 1 0,-20-13 0,27 20 0,0 2 0,0-1 0,0 0 0,-1 1 0,1 0 0,0 0 0,-1 0 0,1 0 0,-1 1 0,1-1 0,-1 1 0,1 0 0,-1 1 0,1-1 0,-1 1 0,1 0 0,-1 0 0,1 0 0,0 1 0,0 0 0,0-1 0,0 1 0,0 1 0,0-1 0,0 1 0,-4 3 0,1-1 0,1 1 0,1-1 0,-1 1 0,1 0 0,0 1 0,0-1 0,1 1 0,0 0 0,0 0 0,0 0 0,1 0 0,0 1 0,1 0 0,-3 9 0,-21 94-1365,23-90-5461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42:42.4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267 88 24575,'0'7'0,"0"0"0,1-1 0,0 1 0,1 0 0,-1 0 0,1-1 0,1 1 0,-1-1 0,1 0 0,0 0 0,4 6 0,-6-9 0,1-1 0,0 0 0,-1 0 0,1 1 0,0-1 0,0-1 0,0 1 0,0 0 0,1 0 0,-1-1 0,0 1 0,1-1 0,-1 0 0,1 0 0,-1 0 0,1 0 0,0 0 0,-1 0 0,1-1 0,0 0 0,0 1 0,-1-1 0,1 0 0,0 0 0,0 0 0,-1-1 0,1 1 0,0-1 0,4-1 0,-4 1 0,0 0 0,-1-1 0,1 1 0,-1-1 0,0 0 0,1 1 0,-1-1 0,0 0 0,0 0 0,0-1 0,-1 1 0,1 0 0,0-1 0,-1 1 0,1-1 0,-1 1 0,0-1 0,0 0 0,0 0 0,0 1 0,-1-1 0,1 0 0,-1 0 0,1 0 0,-1 0 0,0 0 0,-1-5 0,1 3 0,0 1 0,0-1 0,-1 1 0,0-1 0,0 1 0,0-1 0,0 1 0,-1 0 0,0 0 0,0-1 0,0 1 0,0 0 0,0 1 0,-1-1 0,0 0 0,0 1 0,-3-4 0,0 3 0,1 1 0,0 0 0,-1 1 0,0-1 0,1 1 0,-1 0 0,0 0 0,0 1 0,0 0 0,-13-1 0,-5 1 0,-36 4 0,28-2 0,27 0 0,-1-1 0,0 1 0,1 0 0,-1 0 0,1 0 0,-1 1 0,1 0 0,0 0 0,-10 6 0,13-7 0,1 0 0,-1 0 0,1 0 0,-1 1 0,1-1 0,-1 1 0,1-1 0,0 1 0,0-1 0,0 1 0,0 0 0,0 0 0,0-1 0,0 1 0,0 0 0,1 0 0,-1 0 0,1 0 0,-1 0 0,1 0 0,0 0 0,0 0 0,0 0 0,0 0 0,0 0 0,0 0 0,1 0 0,-1 0 0,1 0 0,-1 0 0,2 2 0,-1-1 0,1-1 0,-1 0 0,1 1 0,0-1 0,-1 0 0,1 0 0,0 0 0,0 0 0,0 0 0,1-1 0,-1 1 0,0-1 0,1 1 0,-1-1 0,1 0 0,-1 0 0,1 0 0,0 0 0,-1 0 0,1-1 0,3 1 0,9 1 0,0 0 0,24 0 0,-33-2 0,6 0 0,-1 0 0,0 0 0,0-1 0,0-1 0,22-5 0,-31 6 0,0 1 0,0-1 0,0 0 0,0 0 0,0 0 0,0 0 0,-1 0 0,1 0 0,0-1 0,0 1 0,-1 0 0,1-1 0,-1 0 0,1 1 0,-1-1 0,0 0 0,0 0 0,1 1 0,-1-1 0,0 0 0,-1 0 0,1 0 0,0-1 0,-1 1 0,1 0 0,-1 0 0,0 0 0,1 0 0,-1 0 0,0-1 0,0 1 0,0 0 0,-1 0 0,1 0 0,-1 0 0,1 0 0,-1-1 0,-1-1 0,1 0 0,-1 0 0,0 0 0,0 0 0,-1 1 0,1-1 0,-1 1 0,0 0 0,0 0 0,0 0 0,0 0 0,0 0 0,-1 0 0,1 1 0,-1 0 0,0 0 0,1 0 0,-1 0 0,0 0 0,0 1 0,0 0 0,-1-1 0,1 2 0,-6-2 0,-13-1 0,0 1 0,0 1 0,-26 2 0,33-1 0,3 0 0,1 1 0,0 0 0,0 1 0,0 0 0,0 0 0,-17 7 0,27-8 0,0 0 0,0 0 0,0 0 0,0 0 0,0 0 0,1 1 0,-1-1 0,0 1 0,1-1 0,-1 1 0,1-1 0,-1 1 0,1 0 0,0 0 0,0 0 0,0 0 0,-2 3 0,3-2 0,-1-1 0,1 1 0,0 0 0,0 0 0,0-1 0,1 1 0,-1 0 0,1 0 0,-1-1 0,1 1 0,0 0 0,0-1 0,0 1 0,0-1 0,0 1 0,1-1 0,3 4 0,-3-2 0,1 0 0,1-1 0,-1 1 0,0-1 0,1 0 0,0 0 0,-1 0 0,1-1 0,0 1 0,1-1 0,-1 0 0,0 0 0,1 0 0,-1-1 0,1 0 0,-1 1 0,8-1 0,8 2 0,0-2 0,38-2 0,-35 0 0,-14 1 0,-1-1 0,1 0 0,0-1 0,0 1 0,-1-2 0,1 1 0,-1-1 0,1 0 0,-1-1 0,11-7 0,6-1-21,-19 10-128,-1-1-1,-1 1 1,1-1 0,0 0-1,0 0 1,-1 0 0,0 0-1,6-7 1,0-4-6677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42:42.4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170 0 24575,'-5'0'0,"-5"0"0,-12 0 0,-1 5 0,-2 6 0,4 5 0,0 6 0,4 3 0,5 3 0,4 0 0,4 1 0,2-1 0,2 1 0,1 0 0,4-1 0,7-5 0,2-6-8191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42:42.4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56 24575,'-1'27'0,"1"-11"0,0 1 0,0-1 0,2 1 0,5 28 0,-5-40 0,-1-1 0,1 1 0,-1-1 0,1 0 0,1 0 0,-1 0 0,0 0 0,1-1 0,0 1 0,0-1 0,0 1 0,0-1 0,1 0 0,-1 0 0,1 0 0,0-1 0,0 1 0,0-1 0,0 0 0,0 0 0,0 0 0,6 1 0,15 2 0,0-1 0,0-1 0,1-1 0,-1-1 0,44-4 0,-17 1 0,-38 1 0,-1 1 0,0-2 0,0 0 0,0 0 0,0-1 0,0-1 0,-1 0 0,23-11 0,-32 13 0,0-1 0,0 0 0,0-1 0,-1 1 0,1 0 0,-1-1 0,0 1 0,0-1 0,0 0 0,0 0 0,-1 0 0,0 0 0,1 0 0,-2 0 0,1 0 0,0 0 0,-1 0 0,0-5 0,1-10 0,-1 0 0,-4-29 0,3 44 0,0 0 0,0 1 0,0-1 0,-1 1 0,1-1 0,-1 1 0,0 0 0,0-1 0,0 1 0,-1 0 0,1 0 0,-1 1 0,1-1 0,-1 0 0,0 1 0,0 0 0,0 0 0,-1 0 0,1 0 0,0 0 0,-1 0 0,1 1 0,-1 0 0,-5-2 0,-7-2 0,-1 1 0,0 1 0,0 1 0,-19-1 0,33 2 0,0 1 0,-1 0 0,1 0 0,-1 0 0,1 0 0,-1 1 0,1-1 0,0 1 0,-1 0 0,1 0 0,0 0 0,0 0 0,0 1 0,0-1 0,0 1 0,0 0 0,-4 3 0,5-2 0,-1 0 0,1 0 0,0 1 0,0-1 0,0 1 0,0-1 0,1 1 0,-1 0 0,1-1 0,0 1 0,0 0 0,1 0 0,-1 0 0,1 8 0,-1-5 0,1 1 0,0 0 0,0-1 0,1 1 0,0-1 0,1 1 0,0-1 0,0 1 0,0-1 0,5 10 0,-5-14 0,0 1 0,1 0 0,-1-1 0,1 0 0,-1 0 0,1 0 0,0 0 0,0 0 0,1 0 0,-1-1 0,0 0 0,1 1 0,0-1 0,-1-1 0,1 1 0,0 0 0,0-1 0,0 0 0,0 0 0,6 1 0,187 17 0,-150-16 0,-38-3 0,53 5 0,121-6 0,-181 1 0,1 0 0,0-1 0,-1 1 0,1-1 0,-1 0 0,1 0 0,-1 0 0,1 0 0,-1 0 0,0 0 0,1-1 0,-1 1 0,0-1 0,0 0 0,0 0 0,0 0 0,0 0 0,-1 0 0,1 0 0,-1 0 0,1 0 0,-1 0 0,0-1 0,1 1 0,-1-1 0,-1 1 0,1-1 0,0 1 0,-1-1 0,1 0 0,-1 1 0,0-1 0,1 0 0,-1 1 0,-1-1 0,1-3 0,-1 0 0,1 0 0,-1-1 0,-1 1 0,1 0 0,-1 0 0,0 0 0,0 0 0,-1 1 0,1-1 0,-1 1 0,-1-1 0,1 1 0,-1 0 0,-7-8 0,2 6 0,0 0 0,-1 1 0,1 0 0,-1 1 0,0 0 0,-18-6 0,21 9 0,1 0 0,-1 0 0,1 0 0,-1 1 0,1 0 0,-1 1 0,0-1 0,1 1 0,-1 1 0,0-1 0,1 1 0,-10 2 0,-1 7-1365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42:42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27 191 24575,'-1'0'0,"-1"0"0,1-1 0,0 0 0,-1 1 0,1-1 0,0 0 0,0 1 0,0-1 0,0 0 0,0 0 0,0 0 0,0 0 0,0 0 0,0 0 0,0 0 0,0 0 0,1-1 0,-1 1 0,0 0 0,1 0 0,-1-1 0,1 1 0,0 0 0,-1-1 0,1 1 0,0-1 0,0 1 0,0 0 0,0-3 0,-1-2 0,1 0 0,-1-1 0,1 1 0,1 0 0,1-9 0,-1 12 0,0-1 0,1 1 0,-1 0 0,1 0 0,0 0 0,0 0 0,0 0 0,0 0 0,1 0 0,-1 1 0,1-1 0,0 1 0,-1 0 0,1 0 0,0 0 0,4-2 0,-5 3 0,-1 0 0,1 0 0,-1 1 0,1-1 0,-1 1 0,1-1 0,-1 1 0,1 0 0,0 0 0,-1-1 0,1 1 0,-1 0 0,1 0 0,0 1 0,-1-1 0,1 0 0,-1 0 0,1 1 0,0-1 0,-1 1 0,1 0 0,-1-1 0,0 1 0,1 0 0,-1 0 0,0 0 0,1 0 0,-1 0 0,0 0 0,0 0 0,0 0 0,0 0 0,0 1 0,0-1 0,0 0 0,0 1 0,1 2 0,3 5 0,-1 0 0,0 1 0,-1-1 0,1 1 0,-2 0 0,3 18 0,-4-25 0,-1 0 0,0-1 0,0 1 0,0 0 0,0-1 0,-1 1 0,1 0 0,-1-1 0,1 1 0,-1-1 0,0 1 0,0-1 0,0 1 0,0-1 0,-1 0 0,1 1 0,-1-1 0,1 0 0,-1 0 0,0 0 0,0 0 0,0 0 0,0-1 0,0 1 0,0 0 0,0-1 0,0 0 0,-1 1 0,1-1 0,-6 1 0,6-1 0,0 0 0,0 0 0,0-1 0,0 0 0,0 1 0,0-1 0,-1 0 0,1 0 0,0 0 0,0 0 0,0 0 0,0-1 0,-1 1 0,1-1 0,0 1 0,0-1 0,0 0 0,0 0 0,0 0 0,-3-2 0,2 1 0,0-1 0,1 1 0,-1-1 0,1 1 0,0-1 0,0 0 0,0 0 0,0 0 0,0-1 0,0 1 0,-1-7 0,1 5 0,0-1 0,1 1 0,-1-1 0,1 0 0,1 0 0,-1 1 0,1-1 0,0 0 0,0 0 0,1 0 0,0 0 0,0 1 0,0-1 0,1 0 0,3-9 0,0 9 0,0-1 0,1 1 0,0 0 0,0 0 0,0 1 0,0-1 0,1 1 0,0 1 0,0 0 0,0 0 0,1 0 0,-1 0 0,16-3 0,-13 4 0,-1 0 0,1 1 0,-1 0 0,1 0 0,0 1 0,0 1 0,0-1 0,0 2 0,0-1 0,0 2 0,13 2 0,-20-3 0,0 1 0,1-1 0,-1 1 0,0 0 0,0 0 0,0 0 0,0 0 0,0 0 0,0 1 0,-1-1 0,1 1 0,-1 0 0,0 0 0,0 0 0,0 0 0,0 0 0,0 0 0,-1 1 0,2 4 0,2 7 0,-1 1 0,0-1 0,1 21 0,-1-6 0,-2-20 0,-1 0 0,-1 0 0,0-1 0,0 1 0,-1 0 0,0 0 0,0 0 0,-1-1 0,-1 1 0,0-1 0,0 0 0,-1 1 0,0-1 0,-6 9 0,2-5 0,-1 0 0,0-1 0,-1 0 0,0 0 0,-1-1 0,0-1 0,-1 0 0,-18 12 0,23-17 0,-1-1 0,0 0 0,0-1 0,-15 5 0,21-7 0,0 0 0,0 0 0,-1-1 0,1 1 0,0-1 0,-1 1 0,1-1 0,-1 0 0,1 0 0,0 0 0,-1 0 0,1-1 0,0 1 0,-1-1 0,1 1 0,0-1 0,-1 0 0,1 0 0,0 0 0,0 0 0,-3-2 0,5 3 0,0-1 0,0 1 0,0 0 0,-1-1 0,1 1 0,0 0 0,0-1 0,0 1 0,0 0 0,0-1 0,0 1 0,0-1 0,1 1 0,-1 0 0,0-1 0,0 1 0,0 0 0,0-1 0,0 1 0,0 0 0,1-1 0,-1 1 0,0 0 0,0 0 0,0-1 0,1 1 0,-1 0 0,0 0 0,0-1 0,1 1 0,-1 0 0,0 0 0,1 0 0,-1-1 0,0 1 0,1 0 0,-1 0 0,0 0 0,1 0 0,-1 0 0,0 0 0,1 0 0,-1 0 0,0 0 0,1 0 0,0 0 0,18-5 0,-3 2 0,0 0 0,-1 2 0,1 0 0,0 0 0,0 2 0,0 0 0,-1 1 0,1 0 0,0 1 0,-1 1 0,23 8 0,-29-7 0,1-1 0,-1 1 0,1 0 0,-1 0 0,0 1 0,10 8 0,-16-11 0,-1 0 0,1 0 0,-1 0 0,0 0 0,0 1 0,0-1 0,0 0 0,-1 1 0,1-1 0,-1 1 0,0 0 0,0 0 0,0-1 0,0 1 0,-1 0 0,0 0 0,0 0 0,0 5 0,0-5 0,-1 1 0,0-1 0,0 1 0,0-1 0,-1 0 0,1 0 0,-1 1 0,0-1 0,0 0 0,0 0 0,-1-1 0,0 1 0,1 0 0,-1-1 0,0 1 0,-1-1 0,1 0 0,-1 0 0,1-1 0,-1 1 0,0-1 0,-6 4 0,0-2 0,0 1 0,0-1 0,0 0 0,-1-1 0,1-1 0,-1 1 0,0-2 0,-14 1 0,10 0-12,1 1 0,-1 0 0,0 1 0,1 1 0,0 0 0,0 0 0,0 2 0,1 0 0,-21 14 0,-14 6-1233,31-18-5581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42:4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109 241 24575,'-5'2'0,"0"1"0,1 0 0,-1 0 0,0 0 0,1 0 0,0 1 0,0 0 0,0 0 0,0 0 0,-5 7 0,2-3 0,1 1 0,0 0 0,0 0 0,1 1 0,0 0 0,1 0 0,0 0 0,-5 20 0,8-24 0,0 0 0,0 0 0,1 0 0,0 0 0,0 0 0,0 0 0,0 1 0,1-1 0,0 0 0,1 0 0,-1 0 0,1-1 0,0 1 0,1 0 0,-1-1 0,7 11 0,-5-10 0,0-1 0,1 1 0,0-1 0,-1 1 0,2-2 0,-1 1 0,0 0 0,1-1 0,0 0 0,0-1 0,0 1 0,1-1 0,-1 0 0,1 0 0,0-1 0,-1 0 0,1 0 0,0-1 0,0 0 0,0 0 0,0-1 0,1 1 0,-1-2 0,0 1 0,0-1 0,0 0 0,0 0 0,0-1 0,0 0 0,-1 0 0,13-6 0,-3 0 0,-1 0 0,1-1 0,-1-1 0,-1 0 0,0-1 0,0-1 0,-1 0 0,-1 0 0,14-19 0,-19 21 0,-1 1 0,0-1 0,0-1 0,-1 1 0,0-1 0,-1 0 0,-1 0 0,1 0 0,-2 0 0,0 0 0,0-1 0,-1 0 0,0 1 0,-1-1 0,0 1 0,-1-1 0,0 1 0,-4-15 0,1 12 0,-1-1 0,0 1 0,-1 0 0,0 1 0,-2 0 0,1 0 0,-1 0 0,-1 1 0,0 0 0,-1 1 0,0 0 0,-1 0 0,0 1 0,-20-13 0,27 20 0,0 2 0,0-1 0,0 0 0,-1 1 0,1 0 0,0 0 0,-1 0 0,1 0 0,-1 1 0,1-1 0,-1 1 0,1 0 0,-1 1 0,1-1 0,-1 1 0,1 0 0,-1 0 0,1 0 0,0 1 0,0 0 0,0-1 0,0 1 0,0 1 0,0-1 0,0 1 0,-4 3 0,1-1 0,1 1 0,1-1 0,-1 1 0,1 0 0,0 1 0,0-1 0,1 1 0,0 0 0,0 0 0,0 0 0,1 0 0,0 1 0,1 0 0,-3 9 0,-21 94-1365,23-90-5461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body" idx="1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2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3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body" idx="4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6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body" idx="1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body" idx="2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8"/>
          <p:cNvSpPr txBox="1"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>
            <a:spLocks noGrp="1"/>
          </p:cNvSpPr>
          <p:nvPr>
            <p:ph type="pic" idx="2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9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body" idx="1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>
            <a:spLocks noGrp="1"/>
          </p:cNvSpPr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0"/>
          <p:cNvSpPr txBox="1">
            <a:spLocks noGrp="1"/>
          </p:cNvSpPr>
          <p:nvPr>
            <p:ph type="body" idx="1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40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47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12" Type="http://schemas.openxmlformats.org/officeDocument/2006/relationships/customXml" Target="../ink/ink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46.png"/><Relationship Id="rId5" Type="http://schemas.openxmlformats.org/officeDocument/2006/relationships/image" Target="../media/image43.png"/><Relationship Id="rId15" Type="http://schemas.openxmlformats.org/officeDocument/2006/relationships/image" Target="../media/image48.png"/><Relationship Id="rId10" Type="http://schemas.openxmlformats.org/officeDocument/2006/relationships/customXml" Target="../ink/ink3.xml"/><Relationship Id="rId4" Type="http://schemas.openxmlformats.org/officeDocument/2006/relationships/image" Target="../media/image42.png"/><Relationship Id="rId9" Type="http://schemas.openxmlformats.org/officeDocument/2006/relationships/image" Target="../media/image45.png"/><Relationship Id="rId14" Type="http://schemas.openxmlformats.org/officeDocument/2006/relationships/customXml" Target="../ink/ink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customXml" Target="../ink/ink9.xml"/><Relationship Id="rId3" Type="http://schemas.openxmlformats.org/officeDocument/2006/relationships/image" Target="../media/image41.png"/><Relationship Id="rId7" Type="http://schemas.openxmlformats.org/officeDocument/2006/relationships/customXml" Target="../ink/ink6.xml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customXml" Target="../ink/ink8.xml"/><Relationship Id="rId5" Type="http://schemas.openxmlformats.org/officeDocument/2006/relationships/image" Target="../media/image49.png"/><Relationship Id="rId15" Type="http://schemas.openxmlformats.org/officeDocument/2006/relationships/customXml" Target="../ink/ink10.xml"/><Relationship Id="rId10" Type="http://schemas.openxmlformats.org/officeDocument/2006/relationships/image" Target="../media/image45.png"/><Relationship Id="rId4" Type="http://schemas.openxmlformats.org/officeDocument/2006/relationships/image" Target="../media/image42.png"/><Relationship Id="rId9" Type="http://schemas.openxmlformats.org/officeDocument/2006/relationships/customXml" Target="../ink/ink7.xml"/><Relationship Id="rId1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t="25348" r="9091"/>
          <a:stretch/>
        </p:blipFill>
        <p:spPr>
          <a:xfrm>
            <a:off x="20" y="-1"/>
            <a:ext cx="1219198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196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40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Instrumentation and Control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6500" b="1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CSE 325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373476" y="3222171"/>
            <a:ext cx="6276749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sym typeface="Gill Sans"/>
              </a:rPr>
              <a:t>Mehedi Hasan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Lecturer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Computer Science and Engineering(CSE)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Daffodil International University(DIU)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9C803-81F1-1585-BEBC-5DD33C3A8DEE}"/>
              </a:ext>
            </a:extLst>
          </p:cNvPr>
          <p:cNvSpPr txBox="1"/>
          <p:nvPr/>
        </p:nvSpPr>
        <p:spPr>
          <a:xfrm>
            <a:off x="5273446" y="1349476"/>
            <a:ext cx="61771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"You cannot teach a man anything, you can only help him to find it for himself.” </a:t>
            </a:r>
          </a:p>
          <a:p>
            <a:r>
              <a:rPr lang="en-US" sz="24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-Galileo Galilei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Classifications of Instruments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347211" y="1421402"/>
            <a:ext cx="6674075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 classification: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Mechanical instruments-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are very reliable for static and stable conditions.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unable to respond rapidly to measurement of dynamic and transient conditions.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 instruments-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method is more rapid than mechanical methods. They normally depends upon an electro-mechanical meter movement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Electronic instruments:-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very fast response.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cathode ray oscilloscope (CRO) is capable to follow dynamic and transient changes of the order of few nanoseconds (10</a:t>
            </a:r>
            <a:r>
              <a:rPr lang="en-US" sz="2000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-9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s).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21286" y="1260088"/>
            <a:ext cx="4558619" cy="5487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Classifications of Instruments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347210" y="1395443"/>
            <a:ext cx="10799761" cy="532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 is based on the various effects of electricity: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Magnetic effect: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deflection-type ammeters, voltmeters, watt- meters etc.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Heating effect: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ammeters and voltmeters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Chemical effect: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dc ampere hour meters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Electrostatic effect: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voltmeters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Electromagnetic induction effect: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ac ammeters, voltmeters, wattmeters.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 based on the kind of current that can be measured: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current (dc) instruments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Alternating current (ac) instruments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Both direct current and alternating current instruments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dc/ac instruments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Classifications of Instruments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347210" y="1395443"/>
            <a:ext cx="11551701" cy="327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 based on the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Nature of their Operations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Indicating instruments: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Indicated by means of a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mechanical pointer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moves on a scale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digital display. e.g., ammeter, voltmeter, wattmeter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Recording instruments: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 continuously the variation of any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electrical quantity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respect to time.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Integrating instruments: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 the consumption of the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total quantity of electricity, energy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etc., during a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particular period of time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Ampere-hour meter: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kilowatthour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(kWh) meter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Circuit Symbol of Basic PMMC Meter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6924" y="2012853"/>
            <a:ext cx="3730675" cy="36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762000" y="2574920"/>
            <a:ext cx="60960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1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Full-scale deflection current through the basic meter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1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resistance of the basic meter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DC PMMC Ammeter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37455" y="1492935"/>
            <a:ext cx="5361457" cy="301631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347210" y="1492935"/>
            <a:ext cx="7399789" cy="51891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88" t="-70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Ammeter</a:t>
            </a:r>
            <a:endParaRPr/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2255" y="1333451"/>
            <a:ext cx="3334572" cy="187600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347210" y="1492935"/>
            <a:ext cx="7399789" cy="14600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06" t="-25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465090" y="2385643"/>
            <a:ext cx="6096000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Multirange Ammeter: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Various values of resistances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by means of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suitable switching arrangement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to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increase the number of current ranges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arrangement: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Shown In the figure.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During the changeover of switch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shunt is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momentarily removed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meter. Then, the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full current flows through the meter coil. This can damage the coil.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The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contact resistance of the switch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 series with the shunt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It can be of variable nature. So, the ammeter indication may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be accurate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42254" y="3240096"/>
            <a:ext cx="5056657" cy="3595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Multirange Ammeter / Voltmeter Combined, DC - Arihantlab">
            <a:extLst>
              <a:ext uri="{FF2B5EF4-FFF2-40B4-BE49-F238E27FC236}">
                <a16:creationId xmlns:a16="http://schemas.microsoft.com/office/drawing/2014/main" id="{BB2CDC3E-853B-794E-33DD-1DCEA3821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921" y="2041025"/>
            <a:ext cx="2775949" cy="2775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Ammeter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261258" y="1359264"/>
            <a:ext cx="11637654" cy="57194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76" t="-64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157" name="Google Shape;15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6441" y="3232224"/>
            <a:ext cx="4175559" cy="210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32689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Ammeter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429992" y="1447362"/>
            <a:ext cx="11365818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Ayrton Shunt/universal shunt Arrangement: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Eliminates the possibility of momentary disconnection of the shunt.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The contact resistance of the switch is external to the shunt and meter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3573" y="2958075"/>
            <a:ext cx="5942342" cy="3478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Mathematics</a:t>
            </a:r>
            <a:endParaRPr/>
          </a:p>
        </p:txBody>
      </p:sp>
      <p:sp>
        <p:nvSpPr>
          <p:cNvPr id="172" name="Google Shape;172;p10"/>
          <p:cNvSpPr txBox="1"/>
          <p:nvPr/>
        </p:nvSpPr>
        <p:spPr>
          <a:xfrm>
            <a:off x="347210" y="1395529"/>
            <a:ext cx="11551701" cy="155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 Ayrton shunt to provide an ammeter with current ranges of 0 -1 mA, 5 mA, 20 mA, and 50 mA, using a PMMC meter having internal resistance of 50 Ω and a full-scale current of 100 µA.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285" y="2101989"/>
            <a:ext cx="526415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 txBox="1"/>
          <p:nvPr/>
        </p:nvSpPr>
        <p:spPr>
          <a:xfrm>
            <a:off x="-473228" y="2622689"/>
            <a:ext cx="6096000" cy="342266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175" name="Google Shape;175;p10"/>
          <p:cNvSpPr txBox="1"/>
          <p:nvPr/>
        </p:nvSpPr>
        <p:spPr>
          <a:xfrm>
            <a:off x="6133948" y="2165735"/>
            <a:ext cx="6264728" cy="122283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pic>
        <p:nvPicPr>
          <p:cNvPr id="176" name="Google Shape;176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26355" y="3388570"/>
            <a:ext cx="3624943" cy="28635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4AD5FA-CD5A-0CA4-C3DD-088B656DECFF}"/>
              </a:ext>
            </a:extLst>
          </p:cNvPr>
          <p:cNvSpPr txBox="1"/>
          <p:nvPr/>
        </p:nvSpPr>
        <p:spPr>
          <a:xfrm>
            <a:off x="4197360" y="3414384"/>
            <a:ext cx="3873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 understand this equation see my hand note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7335340B-8D87-D5EB-E2A0-35D32E0A1E5D}"/>
              </a:ext>
            </a:extLst>
          </p:cNvPr>
          <p:cNvCxnSpPr>
            <a:cxnSpLocks/>
          </p:cNvCxnSpPr>
          <p:nvPr/>
        </p:nvCxnSpPr>
        <p:spPr>
          <a:xfrm>
            <a:off x="4365646" y="2974332"/>
            <a:ext cx="1692407" cy="454668"/>
          </a:xfrm>
          <a:prstGeom prst="bentConnector3">
            <a:avLst>
              <a:gd name="adj1" fmla="val 10168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Mathematics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347210" y="1395529"/>
            <a:ext cx="1155170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 shows an Aryton shunt of an ammeter with a current range of 0 – 1 mA, 10 mA, 50 mA and 100 mA. A PMMC meter movement with an internal resistance of 100 Ω and full-scale current of 50 µA is used. Propose the value of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this design.</a:t>
            </a:r>
            <a:endParaRPr/>
          </a:p>
        </p:txBody>
      </p:sp>
      <p:pic>
        <p:nvPicPr>
          <p:cNvPr id="184" name="Google Shape;18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7387" y="2318859"/>
            <a:ext cx="4066239" cy="387304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 txBox="1"/>
          <p:nvPr/>
        </p:nvSpPr>
        <p:spPr>
          <a:xfrm>
            <a:off x="347210" y="2454300"/>
            <a:ext cx="6096000" cy="50520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00" b="-85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-1459592" y="3267264"/>
            <a:ext cx="6096000" cy="306667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187" name="Google Shape;187;p11"/>
          <p:cNvCxnSpPr/>
          <p:nvPr/>
        </p:nvCxnSpPr>
        <p:spPr>
          <a:xfrm>
            <a:off x="3037114" y="2536371"/>
            <a:ext cx="0" cy="379756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8" name="Google Shape;188;p11"/>
          <p:cNvSpPr txBox="1"/>
          <p:nvPr/>
        </p:nvSpPr>
        <p:spPr>
          <a:xfrm>
            <a:off x="2481718" y="2467302"/>
            <a:ext cx="6825342" cy="67659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1223737" y="3265190"/>
            <a:ext cx="6825342" cy="124675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1582740" y="4633235"/>
            <a:ext cx="6825342" cy="206466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3592511" y="5914771"/>
            <a:ext cx="6825342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Mathematics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347210" y="1395529"/>
            <a:ext cx="1155170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 shows an Aryton shunt of an ammeter with a current range of 0 – 1 mA, 10 mA, 50 mA and 100 mA. A PMMC meter movement with an internal resistance of 100 Ω and full-scale current of 50 µA is used. Propose the value of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this design.</a:t>
            </a:r>
            <a:endParaRPr/>
          </a:p>
        </p:txBody>
      </p:sp>
      <p:pic>
        <p:nvPicPr>
          <p:cNvPr id="199" name="Google Shape;19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7387" y="2318859"/>
            <a:ext cx="4066239" cy="387304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 txBox="1"/>
          <p:nvPr/>
        </p:nvSpPr>
        <p:spPr>
          <a:xfrm>
            <a:off x="-1541460" y="2474474"/>
            <a:ext cx="6825342" cy="206466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-1541460" y="4255382"/>
            <a:ext cx="682534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117270" y="2474474"/>
            <a:ext cx="6868884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465615" y="2872857"/>
            <a:ext cx="6868884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2334987" y="3244334"/>
            <a:ext cx="6868884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2285847" y="3623577"/>
            <a:ext cx="6868884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Ammeter Loading Effect</a:t>
            </a:r>
            <a:endParaRPr/>
          </a:p>
        </p:txBody>
      </p:sp>
      <p:sp>
        <p:nvSpPr>
          <p:cNvPr id="212" name="Google Shape;212;p13"/>
          <p:cNvSpPr txBox="1"/>
          <p:nvPr/>
        </p:nvSpPr>
        <p:spPr>
          <a:xfrm>
            <a:off x="456068" y="1382048"/>
            <a:ext cx="11442844" cy="188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internal resistance of the meter is a large portion of the load resistance of the circuit under measurement, an effect known as meter-loading occurs.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Meter loading occurs when the insertion of the meter into the circuit changes the voltage/current values so that circuit. We say that the meter is loading the circuit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DC PMMC Voltmeter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320149" y="1304168"/>
            <a:ext cx="689708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Let, I</a:t>
            </a:r>
            <a:r>
              <a:rPr lang="en-US" sz="20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mA, and R</a:t>
            </a:r>
            <a:r>
              <a:rPr lang="en-US" sz="20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1000 Ω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the basic meter can be connected across a maximum of 1 V only.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-To increase the range,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resistors (Rs) are connected in series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the basic meter. Sometimes these resistors are called ‘multipliers.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’.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circuit,</a:t>
            </a:r>
            <a:endParaRPr/>
          </a:p>
        </p:txBody>
      </p:sp>
      <p:pic>
        <p:nvPicPr>
          <p:cNvPr id="220" name="Google Shape;22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3453" y="1304168"/>
            <a:ext cx="4494518" cy="249385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/>
          <p:nvPr/>
        </p:nvSpPr>
        <p:spPr>
          <a:xfrm>
            <a:off x="2503713" y="3829583"/>
            <a:ext cx="6433458" cy="270894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137" t="-11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Voltmeter (Homework)</a:t>
            </a:r>
            <a:endParaRPr/>
          </a:p>
        </p:txBody>
      </p:sp>
      <p:pic>
        <p:nvPicPr>
          <p:cNvPr id="228" name="Google Shape;22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3227" y="2633778"/>
            <a:ext cx="6516202" cy="390338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5"/>
          <p:cNvSpPr txBox="1"/>
          <p:nvPr/>
        </p:nvSpPr>
        <p:spPr>
          <a:xfrm>
            <a:off x="320149" y="1406444"/>
            <a:ext cx="1167590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 02: A 1 mA meter movement with an internal resistance of 50 Ω is to be used in a 0-1 V, 0-10 V, 0-50 V, and 0-100 V ranges in the arrangement shown above. Find the value of the required multiplier resistances.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Voltmeter 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320148" y="1314516"/>
            <a:ext cx="11551701" cy="613616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75" t="-59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7249886" y="3316703"/>
            <a:ext cx="6096000" cy="144379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800" t="-168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Voltmeter </a:t>
            </a:r>
            <a:endParaRPr/>
          </a:p>
        </p:txBody>
      </p:sp>
      <p:pic>
        <p:nvPicPr>
          <p:cNvPr id="244" name="Google Shape;24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7181" y="2049343"/>
            <a:ext cx="4504291" cy="230602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7"/>
          <p:cNvSpPr txBox="1"/>
          <p:nvPr/>
        </p:nvSpPr>
        <p:spPr>
          <a:xfrm>
            <a:off x="228600" y="1359264"/>
            <a:ext cx="116432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basic PMMC meter movement with an internal resistance of 100 Ω and a full-scale deflection of 10 mA into a multirange dc voltmeter with ranges from 0- 5 V,0- 50 Vand 0- 100 V. For figure 1,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value of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228600" y="2622170"/>
            <a:ext cx="6096000" cy="346639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00" t="-70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5615472" y="4617831"/>
            <a:ext cx="6096000" cy="20814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800" t="-146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Multirange Voltmeter </a:t>
            </a:r>
            <a:endParaRPr/>
          </a:p>
        </p:txBody>
      </p:sp>
      <p:pic>
        <p:nvPicPr>
          <p:cNvPr id="254" name="Google Shape;25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7181" y="2049343"/>
            <a:ext cx="4504291" cy="230602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 txBox="1"/>
          <p:nvPr/>
        </p:nvSpPr>
        <p:spPr>
          <a:xfrm>
            <a:off x="228600" y="1359264"/>
            <a:ext cx="116432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basic PMMC meter movement with an internal resistance of 100 Ω and a full-scale deflection of 10 mA into a multirange dc voltmeter with ranges from 0- 5 V,0- 50 Vand 0- 100 V. For figure 1,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value of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320149" y="2619688"/>
            <a:ext cx="6096000" cy="20758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00" t="-147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Voltmeter Sensitivity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320149" y="1367109"/>
            <a:ext cx="11551700" cy="54945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81" t="-665" r="-21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Loading Effect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320148" y="1388907"/>
            <a:ext cx="11551701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meter impacts the circuit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measuring to some extent.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some impact is inevitable, it can be minimized through good meter design.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Voltmeters are always connected in parallel with the component under test.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perfect voltmeter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infinite resistance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so that it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draws no current from the circuit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 test. However, perfect voltmeters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only exist in the pages of textbooks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in real life</a:t>
            </a:r>
            <a:endParaRPr/>
          </a:p>
        </p:txBody>
      </p:sp>
      <p:pic>
        <p:nvPicPr>
          <p:cNvPr id="271" name="Google Shape;27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2011" y="3614366"/>
            <a:ext cx="9207973" cy="2749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Voltmeter Sensitivity</a:t>
            </a:r>
            <a:endParaRPr/>
          </a:p>
        </p:txBody>
      </p:sp>
      <p:pic>
        <p:nvPicPr>
          <p:cNvPr id="278" name="Google Shape;27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602" y="1375638"/>
            <a:ext cx="8352656" cy="5482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Voltmeter Sensitivity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330089" y="1260158"/>
            <a:ext cx="11551700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75" t="-3290" b="-921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pic>
        <p:nvPicPr>
          <p:cNvPr id="286" name="Google Shape;28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0751" y="2451489"/>
            <a:ext cx="3699181" cy="311138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 txBox="1"/>
          <p:nvPr/>
        </p:nvSpPr>
        <p:spPr>
          <a:xfrm>
            <a:off x="320149" y="2218453"/>
            <a:ext cx="6096000" cy="36699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00" t="-997" r="-1500" b="-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C18BD64-938D-25FC-D722-5844A106A82A}"/>
              </a:ext>
            </a:extLst>
          </p:cNvPr>
          <p:cNvGrpSpPr/>
          <p:nvPr/>
        </p:nvGrpSpPr>
        <p:grpSpPr>
          <a:xfrm>
            <a:off x="7676186" y="1399492"/>
            <a:ext cx="347040" cy="126720"/>
            <a:chOff x="7676186" y="1399492"/>
            <a:chExt cx="34704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147113F-1F49-431A-66EB-8D5A4DD7B2D6}"/>
                    </a:ext>
                  </a:extLst>
                </p14:cNvPr>
                <p14:cNvContentPartPr/>
                <p14:nvPr/>
              </p14:nvContentPartPr>
              <p14:xfrm>
                <a:off x="7676186" y="1399492"/>
                <a:ext cx="147600" cy="73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147113F-1F49-431A-66EB-8D5A4DD7B2D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70066" y="1393372"/>
                  <a:ext cx="159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79BCFFE-E09F-B445-C95B-8E0157D83AB3}"/>
                    </a:ext>
                  </a:extLst>
                </p14:cNvPr>
                <p14:cNvContentPartPr/>
                <p14:nvPr/>
              </p14:nvContentPartPr>
              <p14:xfrm>
                <a:off x="7760786" y="1411372"/>
                <a:ext cx="61560" cy="114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79BCFFE-E09F-B445-C95B-8E0157D83A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54666" y="1405252"/>
                  <a:ext cx="73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C0F4209-F346-6E7A-AA3D-556A0B159ED2}"/>
                    </a:ext>
                  </a:extLst>
                </p14:cNvPr>
                <p14:cNvContentPartPr/>
                <p14:nvPr/>
              </p14:nvContentPartPr>
              <p14:xfrm>
                <a:off x="7702106" y="1420732"/>
                <a:ext cx="321120" cy="102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C0F4209-F346-6E7A-AA3D-556A0B159E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39466" y="1358092"/>
                  <a:ext cx="44676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D0D88D0-21BB-1E4B-EB25-1321202A6ADE}"/>
                  </a:ext>
                </a:extLst>
              </p14:cNvPr>
              <p14:cNvContentPartPr/>
              <p14:nvPr/>
            </p14:nvContentPartPr>
            <p14:xfrm>
              <a:off x="7713266" y="1322812"/>
              <a:ext cx="150120" cy="284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D0D88D0-21BB-1E4B-EB25-1321202A6A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04266" y="1313812"/>
                <a:ext cx="16776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2B28E75-B445-D0CB-B779-10BFBF0E9BCC}"/>
                  </a:ext>
                </a:extLst>
              </p14:cNvPr>
              <p14:cNvContentPartPr/>
              <p14:nvPr/>
            </p14:nvContentPartPr>
            <p14:xfrm>
              <a:off x="7922066" y="1274932"/>
              <a:ext cx="160560" cy="207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2B28E75-B445-D0CB-B779-10BFBF0E9BC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13426" y="1265932"/>
                <a:ext cx="178200" cy="22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Voltmeter Sensitivity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320149" y="1295123"/>
            <a:ext cx="11551700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75" t="-3290" b="-921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95" name="Google Shape;29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0751" y="2218453"/>
            <a:ext cx="3699181" cy="311138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3"/>
          <p:cNvSpPr txBox="1"/>
          <p:nvPr/>
        </p:nvSpPr>
        <p:spPr>
          <a:xfrm>
            <a:off x="412068" y="2305262"/>
            <a:ext cx="6096000" cy="458272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00" t="-66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6389914" y="5416650"/>
            <a:ext cx="6096000" cy="89537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800" t="-41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6AB57C-64CA-714B-F183-79514B3A9725}"/>
              </a:ext>
            </a:extLst>
          </p:cNvPr>
          <p:cNvGrpSpPr/>
          <p:nvPr/>
        </p:nvGrpSpPr>
        <p:grpSpPr>
          <a:xfrm>
            <a:off x="7676186" y="1399492"/>
            <a:ext cx="347040" cy="126720"/>
            <a:chOff x="7676186" y="1399492"/>
            <a:chExt cx="34704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8267DE6-9C02-1E29-5593-9BCA87F0C251}"/>
                    </a:ext>
                  </a:extLst>
                </p14:cNvPr>
                <p14:cNvContentPartPr/>
                <p14:nvPr/>
              </p14:nvContentPartPr>
              <p14:xfrm>
                <a:off x="7676186" y="1399492"/>
                <a:ext cx="147600" cy="73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8267DE6-9C02-1E29-5593-9BCA87F0C25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70066" y="1393372"/>
                  <a:ext cx="159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1C2CA2-E23C-516F-1F84-07D4023640B4}"/>
                    </a:ext>
                  </a:extLst>
                </p14:cNvPr>
                <p14:cNvContentPartPr/>
                <p14:nvPr/>
              </p14:nvContentPartPr>
              <p14:xfrm>
                <a:off x="7760786" y="1411372"/>
                <a:ext cx="61560" cy="114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1C2CA2-E23C-516F-1F84-07D4023640B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54666" y="1405252"/>
                  <a:ext cx="73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E083E04-81B3-09D8-DEDE-396F8EF75C89}"/>
                    </a:ext>
                  </a:extLst>
                </p14:cNvPr>
                <p14:cNvContentPartPr/>
                <p14:nvPr/>
              </p14:nvContentPartPr>
              <p14:xfrm>
                <a:off x="7702106" y="1420732"/>
                <a:ext cx="321120" cy="102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E083E04-81B3-09D8-DEDE-396F8EF75C8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39466" y="1358092"/>
                  <a:ext cx="44676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A1DBD7-DFD7-3153-EE02-902C091D0492}"/>
                  </a:ext>
                </a:extLst>
              </p14:cNvPr>
              <p14:cNvContentPartPr/>
              <p14:nvPr/>
            </p14:nvContentPartPr>
            <p14:xfrm>
              <a:off x="7713266" y="1322812"/>
              <a:ext cx="150120" cy="284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A1DBD7-DFD7-3153-EE02-902C091D049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04266" y="1313812"/>
                <a:ext cx="16776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F359E36-7825-EE19-38F0-AF583113583A}"/>
                  </a:ext>
                </a:extLst>
              </p14:cNvPr>
              <p14:cNvContentPartPr/>
              <p14:nvPr/>
            </p14:nvContentPartPr>
            <p14:xfrm>
              <a:off x="7922066" y="1274932"/>
              <a:ext cx="160560" cy="207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F359E36-7825-EE19-38F0-AF583113583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913426" y="1265932"/>
                <a:ext cx="178200" cy="22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Rectifier-based AC Meters</a:t>
            </a:r>
            <a:endParaRPr/>
          </a:p>
        </p:txBody>
      </p:sp>
      <p:pic>
        <p:nvPicPr>
          <p:cNvPr id="304" name="Google Shape;30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3866" y="1632747"/>
            <a:ext cx="4553184" cy="213371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4"/>
          <p:cNvSpPr txBox="1"/>
          <p:nvPr/>
        </p:nvSpPr>
        <p:spPr>
          <a:xfrm>
            <a:off x="320149" y="1328338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Half-wave rectifier AC Meter:</a:t>
            </a:r>
            <a:endParaRPr/>
          </a:p>
        </p:txBody>
      </p:sp>
      <p:pic>
        <p:nvPicPr>
          <p:cNvPr id="306" name="Google Shape;306;p24" descr="AC Voltmeter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0986" y="1998889"/>
            <a:ext cx="57150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4" descr="AC Voltmeter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10008" y="3682027"/>
            <a:ext cx="5715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1919" y="4382972"/>
            <a:ext cx="1968089" cy="187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06443" y="4382972"/>
            <a:ext cx="2973623" cy="1935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Rectifier-based AC Meters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320149" y="1350110"/>
            <a:ext cx="11551700" cy="52577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81" r="-21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Rectifier-based AC Meters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320149" y="1350110"/>
            <a:ext cx="11551700" cy="284385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81" t="-1071" r="-110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1125</Words>
  <Application>Microsoft Office PowerPoint</Application>
  <PresentationFormat>Widescreen</PresentationFormat>
  <Paragraphs>150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Open Sans</vt:lpstr>
      <vt:lpstr>Gill Sans</vt:lpstr>
      <vt:lpstr>VanillaVTI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</dc:creator>
  <cp:lastModifiedBy>Mehedi Hasan Obhi</cp:lastModifiedBy>
  <cp:revision>8</cp:revision>
  <dcterms:created xsi:type="dcterms:W3CDTF">2026-01-09T15:02:13Z</dcterms:created>
  <dcterms:modified xsi:type="dcterms:W3CDTF">2026-06-06T08:44:17Z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